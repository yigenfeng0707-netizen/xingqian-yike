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EEAD4"/>
                </a:solidFill>
                <a:latin typeface="Microsoft YaHei"/>
                <a:ea typeface="Microsoft YaHei"/>
              </a:rPr>
              <a:t>ACC 2026 · AI+生活 · 智慧出行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行前一刻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</a:rPr>
              <a:t>出门前 30 秒，生成「唯一推荐行动」；延误时自动改线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Microsoft YaHei"/>
                <a:ea typeface="Microsoft YaHei"/>
              </a:rPr>
              <a:t>用户：通勤 / 跨城办事的上班族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D9488"/>
                </a:solidFill>
                <a:latin typeface="Microsoft YaHei"/>
                <a:ea typeface="Microsoft YaHei"/>
              </a:rPr>
              <a:t>Agent ·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ACC 2026 · AI+生活 · 智慧出行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问题：决策过载，延误无人改线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97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EEAD4"/>
                </a:solidFill>
                <a:latin typeface="Microsoft YaHei"/>
                <a:ea typeface="Microsoft YaHei"/>
              </a:rPr>
              <a:t>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海淀→中关村/国贸的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通勤上班族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97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EEAD4"/>
                </a:solidFill>
                <a:latin typeface="Microsoft YaHei"/>
                <a:ea typeface="Microsoft YaHei"/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出门前在天气、地铁、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网约车、日历间来回切换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697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EEAD4"/>
                </a:solidFill>
                <a:latin typeface="Microsoft YaHei"/>
                <a:ea typeface="Microsoft YaHei"/>
              </a:rPr>
              <a:t>代价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选项越多决策越慢；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延误无人改线 → 迟到焦虑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280160"/>
            <a:ext cx="2697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EEAD4"/>
                </a:solidFill>
                <a:latin typeface="Microsoft YaHei"/>
                <a:ea typeface="Microsoft YaHei"/>
              </a:rPr>
              <a:t>现有不够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地图擅长列路线，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Chat 擅长聊天，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缺唯一行动+异常闭环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ACC 2026 · AI+生活 · 智慧出行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方案：真 Agent 四工具编排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148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Microsoft YaHei"/>
                <a:ea typeface="Microsoft YaHei"/>
              </a:rPr>
              <a:t>1 约束输入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起终点 / 到达时间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方式偏好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188720"/>
            <a:ext cx="2148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4630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Microsoft YaHei"/>
                <a:ea typeface="Microsoft YaHei"/>
              </a:rPr>
              <a:t>2 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22860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感知天气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与缓冲建议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88720"/>
            <a:ext cx="2148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4630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Microsoft YaHei"/>
                <a:ea typeface="Microsoft YaHei"/>
              </a:rPr>
              <a:t>3 route_options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2860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枚举地铁/公交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骑行/打车/混合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1188720"/>
            <a:ext cx="2148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4630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Microsoft YaHei"/>
                <a:ea typeface="Microsoft YaHei"/>
              </a:rPr>
              <a:t>4 leave_time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2860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倒推出门时刻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唯一行动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188720"/>
            <a:ext cx="21488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4630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Microsoft YaHei"/>
                <a:ea typeface="Microsoft YaHei"/>
              </a:rPr>
              <a:t>5 replan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28600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延误时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自动改线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输出：出门时刻 + 模式链 + 为什么 + 备选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延误触发 → replan_on_disruption 自动改线闭环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ACC 2026 · AI+生活 · 智慧出行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演示关键帧 · 三剧本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① 晴天通勤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家 → 中关村 9:30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推荐骑行/地铁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+ 出门时刻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11D48"/>
                </a:solidFill>
                <a:latin typeface="Microsoft YaHei"/>
                <a:ea typeface="Microsoft YaHei"/>
              </a:rPr>
              <a:t>② 突发延误 +15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86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触发改线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地铁主干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+ 末端打车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56616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891B2"/>
                </a:solidFill>
                <a:latin typeface="Microsoft YaHei"/>
                <a:ea typeface="Microsoft YaHei"/>
              </a:rPr>
              <a:t>③ 改目的地国贸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重规划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10:00 前到达方案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Microsoft YaHei"/>
                <a:ea typeface="Microsoft YaHei"/>
              </a:rPr>
              <a:t>评委 60 秒路径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打开 /studio → 点预设 → 看工具轨迹 → 点「突发延误」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ACC 2026 · AI+生活 · 智慧出行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技术与增量（10.13–10.22）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19456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技术栈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097280"/>
            <a:ext cx="8686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3258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Next.js App Router · TypeScript · Tailwind · 服务端 Agent 编排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219456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工具四件套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240280"/>
            <a:ext cx="8686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4688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weather / route / leave_time / replan（UI 可解释轨迹）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19456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离线保底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383280"/>
            <a:ext cx="8686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6118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北京高保真 Mock，无 Key 可演示；可选 OPENAI_API_KEY 增强叙事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26280"/>
            <a:ext cx="219456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54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本周增量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526280"/>
            <a:ext cx="86868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7548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从「选题」到「可运行 Agent + 三剧本 + 提交四件套」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ACC 2026 · AI+生活 · 智慧出行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价值与下一步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EEAD4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把「信息聚合」推进到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「代做决策 / 代改线」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5661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EEAD4"/>
                </a:solidFill>
                <a:latin typeface="Microsoft YaHei"/>
                <a:ea typeface="Microsoft YaHei"/>
              </a:rPr>
              <a:t>落地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日历下一场会议 →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推送出门提醒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园区 / 班车试点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56616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EEAD4"/>
                </a:solidFill>
                <a:latin typeface="Microsoft YaHei"/>
                <a:ea typeface="Microsoft YaHei"/>
              </a:rPr>
              <a:t>30 天验证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真实路况 API +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50 名通勤用户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到达准时率对比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不是更多选项，是替你做完决定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仓库 / Demo：见 README 与现场二维码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D9488"/>
                </a:solidFill>
                <a:latin typeface="Microsoft YaHei"/>
                <a:ea typeface="Microsoft YaHei"/>
              </a:rPr>
              <a:t>谢谢 · 欢迎现场体验 /studio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ACC 2026 · AI+生活 · 智慧出行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